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6" r:id="rId9"/>
    <p:sldId id="265" r:id="rId10"/>
    <p:sldId id="263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F9C5D-E303-DC1B-984A-CAE12D32D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6435A5-766A-0CD7-C7F1-163637EA0A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C9895-B4EF-1390-6971-962392349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9548C-4749-4A69-87B6-AB8E9FFF664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E2EBE-63AE-0079-3B4B-2DC630E65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4C8FE-1164-0B4C-11CE-BADD48E7F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7CB7F-7B4A-4482-9624-BFEA8E264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624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C302C-EF91-E6FD-4786-499043157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8589E-6E83-1702-1D2B-064F416D7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383C7-69A9-E4C9-4FF7-8595BAB5D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9548C-4749-4A69-87B6-AB8E9FFF664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4E567-6B66-0346-D574-C2867C348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22D39-87E0-00FC-6E00-E0013B6EB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7CB7F-7B4A-4482-9624-BFEA8E264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734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8BE83-2B7E-908B-CB92-92973BD73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B46C4C-72EC-F120-CA30-AD24596D4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E2208-34E7-B3CD-14C4-2A1CFBBFD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9548C-4749-4A69-87B6-AB8E9FFF664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4D8EE-1289-3BFB-44A5-6C6DB5C86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FF3C5-0A85-D698-F5FD-108B74D54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7CB7F-7B4A-4482-9624-BFEA8E264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921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3C92B-0088-3C75-C59D-CB1144310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10BC0-3A92-DA86-5D29-213B1B920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462ECA-966D-78A3-53DF-B2A0ECB55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5087F-B825-8F28-587B-96C45C013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9548C-4749-4A69-87B6-AB8E9FFF664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8A71A-03D8-C5AB-A016-1A43A2D31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B6C40-0B06-B63A-8E4B-DDF78F44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7CB7F-7B4A-4482-9624-BFEA8E264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413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34BC0-C3A8-7AA8-C7AA-D99927756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61B72-D3C2-0A77-A0FB-63A787DBF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34568-A030-03CA-52A7-2B1F07B87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F08883-65C0-58DF-4A70-B2168883B5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302093-3FBC-811D-7446-B4313098D4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AFFECA-6D8C-8A4F-384E-728AB46CE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9548C-4749-4A69-87B6-AB8E9FFF664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162D02-6E59-3D6F-1EF9-5981EC8B6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E426D3-1330-4325-BEB9-49964B575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7CB7F-7B4A-4482-9624-BFEA8E264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9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F56B1-5CFB-54AD-210A-102E8654A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0E80EA-BEF4-752B-ACCA-BD942E365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9548C-4749-4A69-87B6-AB8E9FFF664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D2710B-D4AF-6745-D1A1-2518EF274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2488B-F03D-E53F-26D2-87E4F6B38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7CB7F-7B4A-4482-9624-BFEA8E264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96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96A959-23C3-B149-D481-2596A155A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9548C-4749-4A69-87B6-AB8E9FFF664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0D2C9-3048-7E20-5C6E-B2EC9407A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68799-A3FF-1673-1CEB-64B045FC5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7CB7F-7B4A-4482-9624-BFEA8E264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56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C52BA-7D75-F580-B94C-82842AC51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5F671-5EDA-3433-A3A6-D77026427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46C1E8-DE5B-50F4-5F6D-F2B4D17A5C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0CCB7-0DFF-5D22-7B3E-F93DF3094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9548C-4749-4A69-87B6-AB8E9FFF664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414E5-15D0-7F6C-89A9-CB042093F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394A29-89E0-E064-153F-E98015560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7CB7F-7B4A-4482-9624-BFEA8E264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587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D9B7A-3B9A-26CA-DDC0-D9A87ED9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5BA592-7718-D8E2-32CD-01B4856D90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006EAD-87E8-F16D-402F-5928D52EF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0C2485-AED1-F892-9E63-EFBB95A90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9548C-4749-4A69-87B6-AB8E9FFF664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334A66-6C35-2D43-F8B4-EFEE7C2E9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01E60-FB26-3747-768B-0228999EF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7CB7F-7B4A-4482-9624-BFEA8E264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992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CBF8E-5763-04EF-431A-9437BA02D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A53357-6D3F-60C8-4674-B74F05AE6F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90C3E-663E-43DF-415D-CBD41DA82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9548C-4749-4A69-87B6-AB8E9FFF664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A931E-683B-A109-8A1D-69888C863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58D82-4358-325B-FC86-8EFFF37D5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7CB7F-7B4A-4482-9624-BFEA8E264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068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FC1F9A-3ED2-0CB3-F178-061846337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0E956D-DF9D-74FB-5D7A-2EAF65484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F4CFA-C221-B832-FE53-B8F146972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9548C-4749-4A69-87B6-AB8E9FFF664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1AB94-55F2-A640-B280-D38413030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FC7F6-67A2-7565-D094-1F2BCAA78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7CB7F-7B4A-4482-9624-BFEA8E264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438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8CEA28-53F0-29BD-8136-53DE3DF9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C3529-0140-6E97-1C10-027F4919C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2619C-5FD5-902A-A538-F2B63943F4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69548C-4749-4A69-87B6-AB8E9FFF664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EC0E6-26FA-37ED-32E4-F57B95FA4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304C5-30A1-D04E-C12F-FA1F12FE6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17CB7F-7B4A-4482-9624-BFEA8E264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787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A9C44C10-E3B3-C56E-95F1-BC2B40986E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04775"/>
            <a:ext cx="9144000" cy="664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299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mputer screen shot of a computer game&#10;&#10;AI-generated content may be incorrect.">
            <a:extLst>
              <a:ext uri="{FF2B5EF4-FFF2-40B4-BE49-F238E27FC236}">
                <a16:creationId xmlns:a16="http://schemas.microsoft.com/office/drawing/2014/main" id="{D0D80F08-AA8F-B4EC-8DBE-E99E62D953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955" y="0"/>
            <a:ext cx="64378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406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screen shot of a computer chip&#10;&#10;AI-generated content may be incorrect.">
            <a:extLst>
              <a:ext uri="{FF2B5EF4-FFF2-40B4-BE49-F238E27FC236}">
                <a16:creationId xmlns:a16="http://schemas.microsoft.com/office/drawing/2014/main" id="{A81E7D42-7D09-6CCE-79E4-E02961037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364" y="-104172"/>
            <a:ext cx="63524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735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5152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 game&#10;&#10;AI-generated content may be incorrect.">
            <a:extLst>
              <a:ext uri="{FF2B5EF4-FFF2-40B4-BE49-F238E27FC236}">
                <a16:creationId xmlns:a16="http://schemas.microsoft.com/office/drawing/2014/main" id="{0067AC56-AD49-A0DB-8232-FD58D9E187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934" y="0"/>
            <a:ext cx="69661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011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8FDD1-88D2-DC34-DC5A-4C778B4C8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066E86E6-A464-CC89-18ED-E57F532763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357" y="0"/>
            <a:ext cx="69652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060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0C5EC-4EB1-5BAA-0F06-E7341D0B6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background with many squares&#10;&#10;AI-generated content may be incorrect.">
            <a:extLst>
              <a:ext uri="{FF2B5EF4-FFF2-40B4-BE49-F238E27FC236}">
                <a16:creationId xmlns:a16="http://schemas.microsoft.com/office/drawing/2014/main" id="{920087F0-A0F5-9398-CDE3-8E322C7343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3133" y="917446"/>
            <a:ext cx="5505733" cy="50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739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DCE79-97E1-F295-1724-FD59D6C21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brown grid with many lines&#10;&#10;AI-generated content may be incorrect.">
            <a:extLst>
              <a:ext uri="{FF2B5EF4-FFF2-40B4-BE49-F238E27FC236}">
                <a16:creationId xmlns:a16="http://schemas.microsoft.com/office/drawing/2014/main" id="{9AA28705-AE42-6AF9-0028-13C7E77867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023" y="0"/>
            <a:ext cx="6977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456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62E51-9491-2ACE-2350-FDC578752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id with blue and pink lines&#10;&#10;AI-generated content may be incorrect.">
            <a:extLst>
              <a:ext uri="{FF2B5EF4-FFF2-40B4-BE49-F238E27FC236}">
                <a16:creationId xmlns:a16="http://schemas.microsoft.com/office/drawing/2014/main" id="{2CD615B2-CAF3-C598-A492-0D438020F8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9945" y="2147708"/>
            <a:ext cx="2572109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126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4F1E7-98DC-190F-E197-F7A7764D9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graph&#10;&#10;AI-generated content may be incorrect.">
            <a:extLst>
              <a:ext uri="{FF2B5EF4-FFF2-40B4-BE49-F238E27FC236}">
                <a16:creationId xmlns:a16="http://schemas.microsoft.com/office/drawing/2014/main" id="{9A291E73-1D4B-39EE-41ED-519010CFCC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7192"/>
            <a:ext cx="12192000" cy="562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91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52F9A-5241-7D3B-BDB6-6C083C549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4256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Fatih Mollamehmetoglu</dc:creator>
  <cp:lastModifiedBy>Fatih Mollamehmetoglu</cp:lastModifiedBy>
  <cp:revision>2</cp:revision>
  <dcterms:created xsi:type="dcterms:W3CDTF">2025-12-02T11:03:55Z</dcterms:created>
  <dcterms:modified xsi:type="dcterms:W3CDTF">2025-12-04T08:39:31Z</dcterms:modified>
</cp:coreProperties>
</file>